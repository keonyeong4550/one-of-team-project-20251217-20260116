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;p63">
            <a:extLst>
              <a:ext uri="{FF2B5EF4-FFF2-40B4-BE49-F238E27FC236}">
                <a16:creationId xmlns:a16="http://schemas.microsoft.com/office/drawing/2014/main" id="{2225AD18-0688-43D3-99C0-8EFF41FB8081}"/>
              </a:ext>
            </a:extLst>
          </p:cNvPr>
          <p:cNvSpPr txBox="1"/>
          <p:nvPr userDrawn="1"/>
        </p:nvSpPr>
        <p:spPr>
          <a:xfrm>
            <a:off x="4735671" y="6597356"/>
            <a:ext cx="4523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fld id="{00000000-1234-1234-1234-123412341234}" type="slidenum"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endParaRPr/>
          </a:p>
        </p:txBody>
      </p:sp>
      <p:sp>
        <p:nvSpPr>
          <p:cNvPr id="8" name="Google Shape;11;p63">
            <a:extLst>
              <a:ext uri="{FF2B5EF4-FFF2-40B4-BE49-F238E27FC236}">
                <a16:creationId xmlns:a16="http://schemas.microsoft.com/office/drawing/2014/main" id="{27B112D4-9A32-44D2-8B92-DE51E3B974B4}"/>
              </a:ext>
            </a:extLst>
          </p:cNvPr>
          <p:cNvSpPr txBox="1"/>
          <p:nvPr userDrawn="1"/>
        </p:nvSpPr>
        <p:spPr>
          <a:xfrm>
            <a:off x="6611006" y="168177"/>
            <a:ext cx="3170625" cy="164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응대 업무 고도화를 위한 웹 챗봇 개발 프로젝트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12;p63">
            <a:extLst>
              <a:ext uri="{FF2B5EF4-FFF2-40B4-BE49-F238E27FC236}">
                <a16:creationId xmlns:a16="http://schemas.microsoft.com/office/drawing/2014/main" id="{0975DB96-F80B-4585-B326-F6B1D27EC505}"/>
              </a:ext>
            </a:extLst>
          </p:cNvPr>
          <p:cNvSpPr txBox="1"/>
          <p:nvPr userDrawn="1"/>
        </p:nvSpPr>
        <p:spPr>
          <a:xfrm>
            <a:off x="190758" y="6597352"/>
            <a:ext cx="4330195" cy="20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 구성도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Google Shape;13;p63">
            <a:extLst>
              <a:ext uri="{FF2B5EF4-FFF2-40B4-BE49-F238E27FC236}">
                <a16:creationId xmlns:a16="http://schemas.microsoft.com/office/drawing/2014/main" id="{19086C37-B22D-41BA-9C73-36893C576148}"/>
              </a:ext>
            </a:extLst>
          </p:cNvPr>
          <p:cNvCxnSpPr/>
          <p:nvPr userDrawn="1"/>
        </p:nvCxnSpPr>
        <p:spPr>
          <a:xfrm>
            <a:off x="0" y="6525344"/>
            <a:ext cx="990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6;p63">
            <a:extLst>
              <a:ext uri="{FF2B5EF4-FFF2-40B4-BE49-F238E27FC236}">
                <a16:creationId xmlns:a16="http://schemas.microsoft.com/office/drawing/2014/main" id="{3C339917-99D9-42E9-8292-C9FFA6B5F037}"/>
              </a:ext>
            </a:extLst>
          </p:cNvPr>
          <p:cNvCxnSpPr/>
          <p:nvPr userDrawn="1"/>
        </p:nvCxnSpPr>
        <p:spPr>
          <a:xfrm>
            <a:off x="0" y="384768"/>
            <a:ext cx="9906000" cy="0"/>
          </a:xfrm>
          <a:prstGeom prst="straightConnector1">
            <a:avLst/>
          </a:prstGeom>
          <a:solidFill>
            <a:schemeClr val="accent1"/>
          </a:solidFill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8821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90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21">
            <a:extLst>
              <a:ext uri="{FF2B5EF4-FFF2-40B4-BE49-F238E27FC236}">
                <a16:creationId xmlns:a16="http://schemas.microsoft.com/office/drawing/2014/main" id="{338067EB-C940-4E80-8155-0701FA89A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691" y="3158268"/>
            <a:ext cx="898289" cy="89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164">
            <a:extLst>
              <a:ext uri="{FF2B5EF4-FFF2-40B4-BE49-F238E27FC236}">
                <a16:creationId xmlns:a16="http://schemas.microsoft.com/office/drawing/2014/main" id="{08F8E46B-A36C-4FC0-824F-0CA2DD8D4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904" y="3158268"/>
            <a:ext cx="899179" cy="89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2D834E8-5069-4DA6-A7A6-6669BF24B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949" y="2860316"/>
            <a:ext cx="1771859" cy="1555933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F4702453-66EA-407D-9432-A4642E91E53E}"/>
              </a:ext>
            </a:extLst>
          </p:cNvPr>
          <p:cNvSpPr/>
          <p:nvPr/>
        </p:nvSpPr>
        <p:spPr>
          <a:xfrm>
            <a:off x="2689470" y="3421087"/>
            <a:ext cx="1021817" cy="43439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282104EC-D47E-488C-92E9-727E2A16EC90}"/>
              </a:ext>
            </a:extLst>
          </p:cNvPr>
          <p:cNvSpPr/>
          <p:nvPr/>
        </p:nvSpPr>
        <p:spPr>
          <a:xfrm>
            <a:off x="5986383" y="3421087"/>
            <a:ext cx="1021817" cy="434392"/>
          </a:xfrm>
          <a:prstGeom prst="rightArrow">
            <a:avLst/>
          </a:prstGeom>
          <a:solidFill>
            <a:srgbClr val="F4B1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4920D8-1271-4281-819D-AE92C88F82C2}"/>
              </a:ext>
            </a:extLst>
          </p:cNvPr>
          <p:cNvSpPr txBox="1"/>
          <p:nvPr/>
        </p:nvSpPr>
        <p:spPr>
          <a:xfrm>
            <a:off x="5760894" y="2942719"/>
            <a:ext cx="1247306" cy="577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  <a:t>업무 검토 및 </a:t>
            </a:r>
            <a:br>
              <a:rPr lang="en-US" altLang="ko-KR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</a:br>
            <a:r>
              <a:rPr lang="ko-KR" altLang="en-US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  <a:t>요청 수신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966181-A725-448A-B0FA-DEF8B7072885}"/>
              </a:ext>
            </a:extLst>
          </p:cNvPr>
          <p:cNvSpPr txBox="1"/>
          <p:nvPr/>
        </p:nvSpPr>
        <p:spPr>
          <a:xfrm>
            <a:off x="2242611" y="2658255"/>
            <a:ext cx="20201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  <a:t>LLM</a:t>
            </a:r>
            <a:r>
              <a:rPr lang="ko-KR" altLang="en-US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  <a:t>챗봇을 통한 </a:t>
            </a:r>
            <a:br>
              <a:rPr lang="en-US" altLang="ko-KR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</a:br>
            <a:r>
              <a:rPr lang="ko-KR" altLang="en-US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  <a:t>언어순화 및 </a:t>
            </a:r>
            <a:br>
              <a:rPr lang="en-US" altLang="ko-KR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</a:br>
            <a:r>
              <a:rPr lang="ko-KR" altLang="en-US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  <a:t>요청 업무 요약 전송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397A4A8-9020-4421-8652-32FBAB24DF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911" y="794007"/>
            <a:ext cx="1555933" cy="1555933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89FC22A2-0473-4C28-8EF8-187467A19B4C}"/>
              </a:ext>
            </a:extLst>
          </p:cNvPr>
          <p:cNvSpPr/>
          <p:nvPr/>
        </p:nvSpPr>
        <p:spPr>
          <a:xfrm rot="20454008">
            <a:off x="2640329" y="1717788"/>
            <a:ext cx="1021817" cy="43439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C44B22-7EDC-4B95-93FB-552AE76C2BB7}"/>
              </a:ext>
            </a:extLst>
          </p:cNvPr>
          <p:cNvSpPr txBox="1"/>
          <p:nvPr/>
        </p:nvSpPr>
        <p:spPr>
          <a:xfrm>
            <a:off x="2414782" y="1363384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  <a:t>파일업로드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6A67162-2EE4-4EEB-8222-058A3CF97E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519" y="4843644"/>
            <a:ext cx="1453325" cy="1220349"/>
          </a:xfrm>
          <a:prstGeom prst="rect">
            <a:avLst/>
          </a:prstGeom>
        </p:spPr>
      </p:pic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0C5559C7-5709-47A3-B038-D16F6FFE4E2D}"/>
              </a:ext>
            </a:extLst>
          </p:cNvPr>
          <p:cNvSpPr/>
          <p:nvPr/>
        </p:nvSpPr>
        <p:spPr>
          <a:xfrm rot="1165955">
            <a:off x="2649145" y="4867529"/>
            <a:ext cx="1021817" cy="43439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F36AC9-6D4D-41DB-ADE9-7BF9C76ADC2F}"/>
              </a:ext>
            </a:extLst>
          </p:cNvPr>
          <p:cNvSpPr txBox="1"/>
          <p:nvPr/>
        </p:nvSpPr>
        <p:spPr>
          <a:xfrm>
            <a:off x="2350681" y="4507124"/>
            <a:ext cx="1547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  <a:t>업무 티켓 관리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62A1E2-138A-4D95-B06F-EEBDBF2454BB}"/>
              </a:ext>
            </a:extLst>
          </p:cNvPr>
          <p:cNvSpPr txBox="1"/>
          <p:nvPr/>
        </p:nvSpPr>
        <p:spPr>
          <a:xfrm>
            <a:off x="1074546" y="4046917"/>
            <a:ext cx="5645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  <a:t>요청자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F3ECFA-401A-4C8A-B04C-4CBC3EEB0C4B}"/>
              </a:ext>
            </a:extLst>
          </p:cNvPr>
          <p:cNvSpPr txBox="1"/>
          <p:nvPr/>
        </p:nvSpPr>
        <p:spPr>
          <a:xfrm>
            <a:off x="8360205" y="4046917"/>
            <a:ext cx="5645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  <a:t>담당자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BF5F57F2-4812-4B65-800C-DAC2176E68F5}"/>
              </a:ext>
            </a:extLst>
          </p:cNvPr>
          <p:cNvSpPr/>
          <p:nvPr/>
        </p:nvSpPr>
        <p:spPr>
          <a:xfrm rot="12230885">
            <a:off x="6864139" y="2035840"/>
            <a:ext cx="1021817" cy="43439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6B32CB-79D6-4B72-9B13-2664667AE528}"/>
              </a:ext>
            </a:extLst>
          </p:cNvPr>
          <p:cNvSpPr txBox="1"/>
          <p:nvPr/>
        </p:nvSpPr>
        <p:spPr>
          <a:xfrm>
            <a:off x="6815334" y="1652123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  <a:t>파일업로드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EF414CFA-0D51-4298-9481-5EFFC64C292E}"/>
              </a:ext>
            </a:extLst>
          </p:cNvPr>
          <p:cNvSpPr/>
          <p:nvPr/>
        </p:nvSpPr>
        <p:spPr>
          <a:xfrm rot="9925913">
            <a:off x="6917735" y="4606658"/>
            <a:ext cx="1021817" cy="43439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41BB92-5C25-4035-9CE0-6FD8D8414A8D}"/>
              </a:ext>
            </a:extLst>
          </p:cNvPr>
          <p:cNvSpPr txBox="1"/>
          <p:nvPr/>
        </p:nvSpPr>
        <p:spPr>
          <a:xfrm>
            <a:off x="6708189" y="4271050"/>
            <a:ext cx="1547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솔뫼 김대건OTF Medium" panose="02020503020101020101" pitchFamily="18" charset="-127"/>
                <a:ea typeface="솔뫼 김대건OTF Medium" panose="02020503020101020101" pitchFamily="18" charset="-127"/>
              </a:rPr>
              <a:t>업무 티켓 관리</a:t>
            </a:r>
          </a:p>
        </p:txBody>
      </p:sp>
    </p:spTree>
    <p:extLst>
      <p:ext uri="{BB962C8B-B14F-4D97-AF65-F5344CB8AC3E}">
        <p14:creationId xmlns:p14="http://schemas.microsoft.com/office/powerpoint/2010/main" val="919591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27</Words>
  <Application>Microsoft Office PowerPoint</Application>
  <PresentationFormat>A4 용지(210x297mm)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Malgun Gothic</vt:lpstr>
      <vt:lpstr>솔뫼 김대건OTF Medium</vt:lpstr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EZEN</dc:creator>
  <cp:lastModifiedBy>EZEN</cp:lastModifiedBy>
  <cp:revision>4</cp:revision>
  <dcterms:created xsi:type="dcterms:W3CDTF">2025-12-17T23:53:04Z</dcterms:created>
  <dcterms:modified xsi:type="dcterms:W3CDTF">2025-12-18T04:20:45Z</dcterms:modified>
</cp:coreProperties>
</file>